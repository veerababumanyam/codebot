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828800"/>
            <a:ext cx="6400800" cy="6400800"/>
          </a:xfrm>
          <a:prstGeom prst="ellipse">
            <a:avLst/>
          </a:prstGeom>
          <a:solidFill>
            <a:srgbClr val="6366F1">
              <a:alpha val="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640080"/>
            <a:ext cx="640080" cy="6400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640080"/>
            <a:ext cx="640080" cy="640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CodeBot</a:t>
            </a:r>
            <a:endParaRPr lang="en-US" sz="5200" dirty="0"/>
          </a:p>
        </p:txBody>
      </p:sp>
      <p:sp>
        <p:nvSpPr>
          <p:cNvPr id="7" name="Text 3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Brainstorm to Production — Autonomously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5"/>
          <p:cNvSpPr/>
          <p:nvPr/>
        </p:nvSpPr>
        <p:spPr>
          <a:xfrm>
            <a:off x="1371600" y="3200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autonomous, end-to-end software development platform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30 specialized AI agents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82880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 |  Multi-LLM  |  Multi-Platform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is broken into disconnected silos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02336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0B11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6184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Orchestration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18928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juggle brainstorming, coding, testing, security, and deployment across dozens of disconnected tools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1508760"/>
            <a:ext cx="402336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83480" y="1691640"/>
            <a:ext cx="502920" cy="502920"/>
          </a:xfrm>
          <a:prstGeom prst="ellipse">
            <a:avLst/>
          </a:prstGeom>
          <a:solidFill>
            <a:srgbClr val="0B112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830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6184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Fragmentation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623560" y="18928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about requirements, architecture, code, and ops is scattered across tools, docs, repos, and memory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2651760"/>
            <a:ext cx="402336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2834640"/>
            <a:ext cx="502920" cy="502920"/>
          </a:xfrm>
          <a:prstGeom prst="ellipse">
            <a:avLst/>
          </a:prstGeom>
          <a:solidFill>
            <a:srgbClr val="0B112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260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27614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Bottlenecks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325880" y="30358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workflows create waterfalls even in agile teams — testing waits on code, code waits on design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846320" y="2651760"/>
            <a:ext cx="402336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83480" y="2834640"/>
            <a:ext cx="502920" cy="502920"/>
          </a:xfrm>
          <a:prstGeom prst="ellipse">
            <a:avLst/>
          </a:prstGeom>
          <a:solidFill>
            <a:srgbClr val="0B112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92608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27614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Gaps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623560" y="30358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accessibility, i18n, and performance reviews are skipped under time pressure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48640" y="3794760"/>
            <a:ext cx="402336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85800" y="3977640"/>
            <a:ext cx="502920" cy="502920"/>
          </a:xfrm>
          <a:prstGeom prst="ellipse">
            <a:avLst/>
          </a:prstGeom>
          <a:solidFill>
            <a:srgbClr val="0B112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6908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25880" y="39044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Vendor Lock-in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325880" y="41788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tools lock you to a single provider, blocking use of the best model for each task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846320" y="3794760"/>
            <a:ext cx="402336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983480" y="3977640"/>
            <a:ext cx="502920" cy="502920"/>
          </a:xfrm>
          <a:prstGeom prst="ellipse">
            <a:avLst/>
          </a:prstGeom>
          <a:solidFill>
            <a:srgbClr val="0B1120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4069080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623560" y="39044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Fragmentation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623560" y="41788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for web, iOS, Android, and backend simultaneously multiplies complexity by 4x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344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that transforms a natural language idea into a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tested, secured, and deployed application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1828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CodeBot orchestrates 30 AI agents through an 11-stage SDLC pipeline — brainstorming, research,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planning, implementation, QA, testing, debugging, docs, and deployment.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256032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508760" y="2926080"/>
            <a:ext cx="548640" cy="548640"/>
          </a:xfrm>
          <a:prstGeom prst="ellipse">
            <a:avLst/>
          </a:prstGeom>
          <a:solidFill>
            <a:srgbClr val="0B112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017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self-coordinate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computation graphs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383280" y="2788920"/>
            <a:ext cx="256032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43400" y="2926080"/>
            <a:ext cx="548640" cy="548640"/>
          </a:xfrm>
          <a:prstGeom prst="ellipse">
            <a:avLst/>
          </a:prstGeom>
          <a:solidFill>
            <a:srgbClr val="0B112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0175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6616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56616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every SDLC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end-to-end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17920" y="2788920"/>
            <a:ext cx="2560320" cy="1417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78040" y="2926080"/>
            <a:ext cx="548640" cy="548640"/>
          </a:xfrm>
          <a:prstGeom prst="ellipse">
            <a:avLst/>
          </a:prstGeom>
          <a:solidFill>
            <a:srgbClr val="0B112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30175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0080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create skills &amp;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other agents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11-stage autonomous SDLC pipeline with parallel execution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640080" cy="64008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60120" y="173736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1417320"/>
            <a:ext cx="640080" cy="64008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78992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8992" y="1719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719072" y="173736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37944" y="1417320"/>
            <a:ext cx="640080" cy="6400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37944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37944" y="1719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78024" y="173736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96896" y="1417320"/>
            <a:ext cx="640080" cy="6400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96896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96896" y="1719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36976" y="173736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55848" y="1417320"/>
            <a:ext cx="640080" cy="6400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55848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55848" y="1719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995928" y="173736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1417320"/>
            <a:ext cx="640080" cy="6400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14800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0" y="1719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173736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73752" y="1417320"/>
            <a:ext cx="640080" cy="6400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73752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73752" y="1719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513832" y="173736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32704" y="1417320"/>
            <a:ext cx="640080" cy="6400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632704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32704" y="1719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272784" y="173736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91656" y="1417320"/>
            <a:ext cx="640080" cy="6400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91656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91656" y="1719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031736" y="173736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50608" y="1417320"/>
            <a:ext cx="640080" cy="6400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50608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50608" y="1719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790688" y="173736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09560" y="1417320"/>
            <a:ext cx="640080" cy="640080"/>
          </a:xfrm>
          <a:prstGeom prst="rect">
            <a:avLst/>
          </a:prstGeom>
          <a:solidFill>
            <a:srgbClr val="22D3E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909560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909560" y="1719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0040" y="2286000"/>
            <a:ext cx="214884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0" name="Text 48"/>
          <p:cNvSpPr/>
          <p:nvPr/>
        </p:nvSpPr>
        <p:spPr>
          <a:xfrm>
            <a:off x="320040" y="2377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20040" y="2606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brainstorming,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parsing, research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587752" y="2286000"/>
            <a:ext cx="24688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3" name="Text 51"/>
          <p:cNvSpPr/>
          <p:nvPr/>
        </p:nvSpPr>
        <p:spPr>
          <a:xfrm>
            <a:off x="2587752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PLAN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587752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(C4), DB schema,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design, task decomposition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12080" y="2286000"/>
            <a:ext cx="2313432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5212080" y="237744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VERIFY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212080" y="26060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code gen in worktrees,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scans, full test suites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680960" y="2286000"/>
            <a:ext cx="13716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9" name="Text 57"/>
          <p:cNvSpPr/>
          <p:nvPr/>
        </p:nvSpPr>
        <p:spPr>
          <a:xfrm>
            <a:off x="768096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680960" y="2606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deploy,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monitoring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8640" y="338328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3520440"/>
            <a:ext cx="365760" cy="365760"/>
          </a:xfrm>
          <a:prstGeom prst="rect">
            <a:avLst/>
          </a:prstGeom>
        </p:spPr>
      </p:pic>
      <p:sp>
        <p:nvSpPr>
          <p:cNvPr id="63" name="Text 60"/>
          <p:cNvSpPr/>
          <p:nvPr/>
        </p:nvSpPr>
        <p:spPr>
          <a:xfrm>
            <a:off x="64008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Graph-Centric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2697480" y="338328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6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520440"/>
            <a:ext cx="365760" cy="365760"/>
          </a:xfrm>
          <a:prstGeom prst="rect">
            <a:avLst/>
          </a:prstGeom>
        </p:spPr>
      </p:pic>
      <p:sp>
        <p:nvSpPr>
          <p:cNvPr id="66" name="Text 62"/>
          <p:cNvSpPr/>
          <p:nvPr/>
        </p:nvSpPr>
        <p:spPr>
          <a:xfrm>
            <a:off x="278892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Worktree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4846320" y="338328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6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520440"/>
            <a:ext cx="365760" cy="365760"/>
          </a:xfrm>
          <a:prstGeom prst="rect">
            <a:avLst/>
          </a:prstGeom>
        </p:spPr>
      </p:pic>
      <p:sp>
        <p:nvSpPr>
          <p:cNvPr id="69" name="Text 64"/>
          <p:cNvSpPr/>
          <p:nvPr/>
        </p:nvSpPr>
        <p:spPr>
          <a:xfrm>
            <a:off x="493776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00" dirty="0"/>
          </a:p>
        </p:txBody>
      </p:sp>
      <p:sp>
        <p:nvSpPr>
          <p:cNvPr id="70" name="Shape 65"/>
          <p:cNvSpPr/>
          <p:nvPr/>
        </p:nvSpPr>
        <p:spPr>
          <a:xfrm>
            <a:off x="6995160" y="338328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7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520440"/>
            <a:ext cx="365760" cy="365760"/>
          </a:xfrm>
          <a:prstGeom prst="rect">
            <a:avLst/>
          </a:prstGeom>
        </p:spPr>
      </p:pic>
      <p:sp>
        <p:nvSpPr>
          <p:cNvPr id="72" name="Text 66"/>
          <p:cNvSpPr/>
          <p:nvPr/>
        </p:nvSpPr>
        <p:spPr>
          <a:xfrm>
            <a:off x="708660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Phases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Specialized AI Agents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a node in a directed computation graph with typed message passing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55448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50876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76272" y="1371600"/>
            <a:ext cx="155448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24912" y="15087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272491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67712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67712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95344" y="1371600"/>
            <a:ext cx="155448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43984" y="15087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4443984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86784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86784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Planner, TechStack Builder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614416" y="1371600"/>
            <a:ext cx="155448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5087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163056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05856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05856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33488" y="1371600"/>
            <a:ext cx="155448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882128" y="15087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788212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24928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24928" y="2331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Architect, Designer, Template, DB, API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200400"/>
            <a:ext cx="155448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5840" y="33375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Middleware, Mobile, Infra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176272" y="3200400"/>
            <a:ext cx="155448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24912" y="33375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2724912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267712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267712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Code Review, A11y, Perf, i18n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95344" y="3200400"/>
            <a:ext cx="155448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443984" y="33375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4443984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986784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986784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Tester, Debugger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614416" y="3200400"/>
            <a:ext cx="155448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63056" y="33375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163056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705856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705856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DevOps, GitHub, Doc Writer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333488" y="3200400"/>
            <a:ext cx="1554480" cy="1600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882128" y="333756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3" name="Text 51"/>
          <p:cNvSpPr/>
          <p:nvPr/>
        </p:nvSpPr>
        <p:spPr>
          <a:xfrm>
            <a:off x="7882128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24928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424928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Skill, Hooks, Tools, Integrations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Project Manager (cross-cutting)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Multi-LLM Intelligence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for each task — cloud, self-hosted, or hybrid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4048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25880"/>
            <a:ext cx="38404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Claude Opus 4.6, Sonnet, Haiku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GPT-4.1, o3, o4-mini, Codex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— Gemini 2.5 Pro, 2.5 Flash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— Mistral Large, Codestral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— V3, Coder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— Command R+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84048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38404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/ Air-Gapped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Local model runner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— High-throughput inference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LocalAI — OpenAI-compatible API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 — Desktop inference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— CPU/GPU engine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TGI — HuggingFace server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92024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931920"/>
            <a:ext cx="54864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050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Task-Based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233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architecture, GPT for code gen, Gemini for research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97480" y="3931920"/>
            <a:ext cx="192024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97480" y="393192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2880360" y="40050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Privacy-Based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80360" y="4233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code routes to self-hosted models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46320" y="3931920"/>
            <a:ext cx="192024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93192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40050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Cost-Optimized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4233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model meeting quality threshold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95160" y="3931920"/>
            <a:ext cx="192024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95160" y="3931920"/>
            <a:ext cx="54864" cy="914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7178040" y="40050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78040" y="4233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 between providers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Differentiators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0233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25880"/>
            <a:ext cx="548640" cy="54864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3560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207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Graph-Centric Architecture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14813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modeled as DAGs — agents are nodes, dependencies are edges. Enables parallel execution, checkpointing, and dynamic routing.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46320" y="1097280"/>
            <a:ext cx="40233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1325880"/>
            <a:ext cx="548640" cy="54864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43560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2070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SDLC Coverage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669280" y="14813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stages from brainstorming through deployment. No other AI platform covers the full lifecycle autonomously.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" y="2377440"/>
            <a:ext cx="40233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" y="2606040"/>
            <a:ext cx="548640" cy="5486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71576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Pipeline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71600" y="27614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Semgrep, Trivy, Gitleaks, SonarQube run as quality gates. Code doesn't advance without passing security scans.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846320" y="2377440"/>
            <a:ext cx="40233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83480" y="2606040"/>
            <a:ext cx="548640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2715768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Agents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69280" y="27614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Creator, Hooks Creator, and Tools Creator agents build new capabilities for other agents to consume.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48640" y="3657600"/>
            <a:ext cx="40233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85800" y="3886200"/>
            <a:ext cx="548640" cy="54864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995928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71600" y="3767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Agent Integration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371600" y="40416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real coding to Claude Code, Codex CLI, and Gemini CLI — battle-tested tools, not toy wrappers.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846320" y="3657600"/>
            <a:ext cx="402336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983480" y="3886200"/>
            <a:ext cx="548640" cy="5486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3995928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669280" y="3767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Zero Lock-in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669280" y="40416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Community-driven, provider-agnostic, self-hostable. Run fully air-gapped with local models or use any cloud LLM.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43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39903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 •  CLI Interface  •  WebSocket API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804672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828800"/>
            <a:ext cx="54864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Engine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13055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Graph Engine  •  Pipeline Manager  •  Task Scheduler  •  Checkpoints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804672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560320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606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Execution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86207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Abstraction  •  CLI Agent Integration  •  Context Management  •  Agent Pool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804672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29184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37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59359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 Manager  •  Vector Store  •  Security Pipeline  •  Event Bus (NATS)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804672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023360"/>
            <a:ext cx="54864" cy="5943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069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32511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(state)  •  Redis (cache/pubsub)  •  ChromaDB (vectors)  •  Object Store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It's For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96596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19659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Developers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 from idea to deployed MVP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1143000"/>
            <a:ext cx="196596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143000"/>
            <a:ext cx="19659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CTOs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6459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 with production-grade output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196596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4300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6459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 teams for parallel feature dev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03720" y="1143000"/>
            <a:ext cx="196596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14300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325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16459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pipelines with governance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196596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71800"/>
            <a:ext cx="196596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4747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Brainstorming-to-product without writing code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2971800"/>
            <a:ext cx="196596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606040" y="2971800"/>
            <a:ext cx="19659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34747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tests with mutation testing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971800"/>
            <a:ext cx="196596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71800"/>
            <a:ext cx="19659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34747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and native app generation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03720" y="2971800"/>
            <a:ext cx="196596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03720" y="297180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0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40880" y="34747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CI/CD and infrastructure provisioning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Project Type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CodeBot handles greenfield, inflight, and brownfield projects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517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26517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Greenfield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scratch.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to deployed app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existing code.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2286000" cy="64008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to S10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29000" y="1371600"/>
            <a:ext cx="26517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137160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Inflight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1188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mid-development.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repos, understand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continue building.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11880" y="3017520"/>
            <a:ext cx="2286000" cy="64008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18" name="Text 16"/>
          <p:cNvSpPr/>
          <p:nvPr/>
        </p:nvSpPr>
        <p:spPr>
          <a:xfrm>
            <a:off x="370332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Onboarding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03320" y="3337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analysis + context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9360" y="1371600"/>
            <a:ext cx="265176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37160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Brownfield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legacy.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Refactor, migrate, extend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codebases.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3017520"/>
            <a:ext cx="2286000" cy="64008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Support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3337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incremental changes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Platforms: Web  •  iOS (Swift/SwiftUI)  •  Android (Kotlin/Compose)  •  React Native  •  Flutter  •  Backend APIs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65176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26517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3.12+, FastAPI,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2.0, Pydantic v2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051560"/>
            <a:ext cx="265176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05156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Temporal,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NATS JetStream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051560"/>
            <a:ext cx="265176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05156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Vite, Tailwind 4,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Zustand, TanStack Query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265176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01752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3611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Redis,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ChromaDB, LanceDB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3017520"/>
            <a:ext cx="265176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29000" y="3017520"/>
            <a:ext cx="265176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11880" y="3611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Semgrep, Trivy, Gitleaks,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SonarQube, ScanCode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3017520"/>
            <a:ext cx="265176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3017520"/>
            <a:ext cx="26517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3611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Terraform, Turborepo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Build the Future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Software Development?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3200400" y="2468880"/>
            <a:ext cx="27432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 •  Community-Driven  •  Zero Vendor Lock-in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194560" y="3383280"/>
            <a:ext cx="2103120" cy="50292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194560" y="3383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on GitHub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46320" y="3383280"/>
            <a:ext cx="2103120" cy="502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46320" y="3383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Community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github.com/codebot  •  codebot.dev  •  Discord: /codebot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71600" y="4572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Brainstorm to Production — Autonomously, Everywhere.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CodeBot — From Brainstorm to Production, Autonomously</dc:title>
  <dc:subject>PptxGenJS Presentation</dc:subject>
  <dc:creator>CodeBot Team</dc:creator>
  <cp:lastModifiedBy>CodeBot Team</cp:lastModifiedBy>
  <cp:revision>1</cp:revision>
  <dcterms:created xsi:type="dcterms:W3CDTF">2026-03-18T20:37:02Z</dcterms:created>
  <dcterms:modified xsi:type="dcterms:W3CDTF">2026-03-18T20:37:02Z</dcterms:modified>
</cp:coreProperties>
</file>